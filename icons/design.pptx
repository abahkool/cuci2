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2D25-8973-BDCD-B123-7BDA5DE86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14E99-319B-C928-E3CE-E486F1B68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93D35-58D5-3A96-BAC4-3F8F5748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76D0-ECF1-681B-A9C5-27754696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75304-43E0-FC71-1DBD-0FE27719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000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840E-4387-69B3-2D77-AFA24850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E7C5D-539C-8734-72CE-C81198C3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496CF-D93A-70D9-B803-56845EF0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C0A2-07A5-B534-5CF4-FE662D4E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2E01C-A912-F832-1C95-907FD1A4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29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2E40-357A-E168-88D0-A5EFE0DB0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C37CF-3BD9-0161-471D-5EF5D6C84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55AC3-B4B6-DDBD-E5F3-E16AD289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89AF-A395-EC81-28FA-ED135767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E32D-C8EE-C739-C18E-ECA9678F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4830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2C65-F93F-6AC8-A794-F01EA0419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EACA0-B1C9-B98D-CA43-15B27D496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7F91A-B7C2-88A4-247D-5C7160F87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A1522-7A94-87B6-343C-476C11DE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4C40F-817A-18C7-B782-737892FD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427F-545C-ACF3-FDD1-281EBE31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4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C3BA-E9EC-3B02-CDE4-4140E0AB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9EBE-C728-3427-459A-35B32CDBB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D83D1-0FD3-8A76-9039-92633E668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34A81-7614-CECB-6F62-3D84DAC9E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35BAA-FD68-103E-8C3A-D2385C2D0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951E2-E30D-D9E6-98FC-392A67F1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A1ACE5-5FA6-C1D9-5A9F-BDA77ABA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72ECA-F309-DBFF-4C7A-D9228F82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429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4BDA-78B0-7C97-F034-F620FEC0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F409A-EAC2-BBA5-1BD9-530F67D4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DDE25-E474-61B9-8726-E828430E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824EA-54D5-47E6-7E1E-B5081BB9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584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C97F6-E7EE-31BA-00B0-9CC273E1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4D54F-53DE-8EF5-9E76-39DC386F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B21F8-F5E9-D107-7D09-1D340DD4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8143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AB84-E9AE-FB92-D50E-49145A25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99EA-74B3-D85F-366F-EC4F87C2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A4434-9E91-C286-8630-3854D15E0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CA155-A06E-8C7D-9190-B26E058F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EF125-F501-CF07-D7C3-6F0A8D7E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09AD0-22A7-7BF0-7B3B-52C6D4C9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517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9365-35DF-EFB4-3608-59E16B41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3537D-EC08-E075-8942-8E05EDADFAF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75CFA-E1E3-E4B4-F069-564836678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761F0-AE6F-00EE-631B-BE2AA9140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F7FFA-633C-EBF4-0286-6571F98C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3918-3292-2F5A-4B24-981553DD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0723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D602-3ABF-2415-BA54-26CC8496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D23FF-E15F-33FC-4FA8-19662D6D0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C5D8C-C922-144C-3D77-655AFB70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045FE-A3BD-670F-7CE5-3C76EB13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B4D00-DC6E-1BA7-75F5-7812BF64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550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BEAFF-6C4E-1BF2-6859-B64B3FDDA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9C7A1-DF14-2B04-9CAB-3CC0E5012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7208F-58D5-6A19-C949-B0CBB312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2857-C9FD-C623-909F-FD88AE16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D81E-E9C9-7E1C-CE85-5995201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410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7B960-A5B0-CFCE-3204-E16442110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22BCF-0F7B-BC21-6075-DA08560CC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969B-5522-5311-954D-3E73D60BF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6D2939-D673-4BAB-B47D-FB50F19C966B}" type="datetimeFigureOut">
              <a:rPr lang="en-MY" smtClean="0"/>
              <a:t>30/10/2026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7470B-ADB9-C06F-2DFB-39086A74B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FAB5A-3645-520D-3330-13C1BC537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5FA9-34BC-4822-A544-16080F9BB38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X&#10;&#10;AI-generated content may be incorrect.">
            <a:extLst>
              <a:ext uri="{FF2B5EF4-FFF2-40B4-BE49-F238E27FC236}">
                <a16:creationId xmlns:a16="http://schemas.microsoft.com/office/drawing/2014/main" id="{33C19924-8665-D3B5-87ED-40C66BCA5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152092"/>
            <a:ext cx="1834896" cy="183489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C0D334B-7D26-CF29-2002-DAAEBD7D49FE}"/>
              </a:ext>
            </a:extLst>
          </p:cNvPr>
          <p:cNvGrpSpPr/>
          <p:nvPr/>
        </p:nvGrpSpPr>
        <p:grpSpPr>
          <a:xfrm>
            <a:off x="5300472" y="1755596"/>
            <a:ext cx="1844040" cy="1825752"/>
            <a:chOff x="5300472" y="1755596"/>
            <a:chExt cx="1844040" cy="182575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E00852-9C4E-EA7D-A220-8D55554F744E}"/>
                </a:ext>
              </a:extLst>
            </p:cNvPr>
            <p:cNvSpPr/>
            <p:nvPr/>
          </p:nvSpPr>
          <p:spPr>
            <a:xfrm>
              <a:off x="5303520" y="1755596"/>
              <a:ext cx="923544" cy="9144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</a:t>
              </a:r>
              <a:endParaRPr lang="en-MY" sz="6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993977-E301-E726-4AFB-DE90EE79704C}"/>
                </a:ext>
              </a:extLst>
            </p:cNvPr>
            <p:cNvSpPr/>
            <p:nvPr/>
          </p:nvSpPr>
          <p:spPr>
            <a:xfrm>
              <a:off x="6220968" y="1755596"/>
              <a:ext cx="923544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U</a:t>
              </a:r>
              <a:endParaRPr lang="en-MY" sz="6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CC9D30-FE8F-5769-189E-41475C6D1589}"/>
                </a:ext>
              </a:extLst>
            </p:cNvPr>
            <p:cNvSpPr/>
            <p:nvPr/>
          </p:nvSpPr>
          <p:spPr>
            <a:xfrm>
              <a:off x="5300472" y="2666948"/>
              <a:ext cx="923544" cy="914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</a:t>
              </a:r>
              <a:endParaRPr lang="en-MY" sz="6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2091D6-2BDC-F210-65BD-7CFB2581F51A}"/>
                </a:ext>
              </a:extLst>
            </p:cNvPr>
            <p:cNvSpPr/>
            <p:nvPr/>
          </p:nvSpPr>
          <p:spPr>
            <a:xfrm>
              <a:off x="6220968" y="2666948"/>
              <a:ext cx="923544" cy="9144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</a:t>
              </a:r>
              <a:endParaRPr lang="en-MY" sz="6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64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Amirudin Mohamed Ghani</dc:creator>
  <cp:lastModifiedBy>Amirudin Mohamed Ghani</cp:lastModifiedBy>
  <cp:revision>1</cp:revision>
  <dcterms:created xsi:type="dcterms:W3CDTF">2026-10-30T03:32:48Z</dcterms:created>
  <dcterms:modified xsi:type="dcterms:W3CDTF">2026-10-30T03:33:00Z</dcterms:modified>
</cp:coreProperties>
</file>